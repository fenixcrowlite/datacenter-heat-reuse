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Утилизация тепла дата-центра</a:t>
            </a:r>
          </a:p>
          <a:p>
            <a:pPr>
              <a:spcBef>
                <a:spcPts val="1000"/>
              </a:spcBef>
              <a:defRPr sz="2000">
                <a:solidFill>
                  <a:srgbClr val="BFDBFE"/>
                </a:solidFill>
              </a:defRPr>
            </a:pPr>
            <a:r>
              <a:t>Модульная MATLAB/Simulink-модель и годовой эксперимент</a:t>
            </a:r>
          </a:p>
          <a:p>
            <a:pPr>
              <a:spcBef>
                <a:spcPts val="1800"/>
              </a:spcBef>
              <a:defRPr sz="1400">
                <a:solidFill>
                  <a:srgbClr val="CBD5E1"/>
                </a:solidFill>
              </a:defRPr>
            </a:pPr>
            <a:r>
              <a:t>research platform v0.2 | 8760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1. Исследовательский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Как температура отходящего тепла, температура теплосети и накопитель влияют на COP, покрытие спроса, газовый резерв, стоимость и CO2?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Цель: расширяемая платформа, которую можно калибровать под Bratislava / Frankfurt / Espoo.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2. Литературная основа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Espoo: годовые сценарии утилизации тепла.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Frankfurt: 144 GWh/a, 37 MWth HP + 20 MWth gas + storage.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Hiltunen &amp; Syri: ценность liquid cooling и более высокой температуры источника.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Varna / THUNDER: storage и exergy как следующий уровень модели.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3. Модульная архитектура v0.2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IT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226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DC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3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Heat exchanger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982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Heat pump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9574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District heating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8758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Каждый физический блок имеет отдельный интерфейс и может быть заменён без переписывания всей модели.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4. Математическое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Источник: Qsrc = ηrec*PIT. Теплообменник: QHX = min(εHX*Qsrc,Qmax).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Тепловой насос: COP ~ ηC*Th/(Th-Tc).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Накопитель: E(k+1)=E(k)(1-λΔt)+ηcQcΔt-QdΔt/ηd.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Эксергия: ExQ=Q(1-T0/T).</a:t>
            </a:r>
          </a:p>
        </p:txBody>
      </p:sp>
      <p:pic>
        <p:nvPicPr>
          <p:cNvPr id="4" name="Picture 3" descr="09_lift_cop_coverag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120640" cy="326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5. Годовой эксперимент v0.2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10 MW IT | 8760 h | synthetic Bratislava-like weather</a:t>
            </a:r>
          </a:p>
        </p:txBody>
      </p:sp>
      <p:pic>
        <p:nvPicPr>
          <p:cNvPr id="4" name="Picture 3" descr="08_scenario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34440"/>
            <a:ext cx="7955279" cy="5071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6. Чувствительность Tsource x Tsupply</a:t>
            </a:r>
          </a:p>
        </p:txBody>
      </p:sp>
      <p:pic>
        <p:nvPicPr>
          <p:cNvPr id="3" name="Picture 2" descr="11_cop_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94960" cy="3822607"/>
          </a:xfrm>
          <a:prstGeom prst="rect">
            <a:avLst/>
          </a:prstGeom>
        </p:spPr>
      </p:pic>
      <p:pic>
        <p:nvPicPr>
          <p:cNvPr id="4" name="Picture 3" descr="12_coverage_ma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94960" cy="3835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Левая карта показывает COP, правая - покрытие спроса. Оптимумы не обязаны совпадать.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7. Накопитель: полезность и diminishing returns</a:t>
            </a:r>
          </a:p>
        </p:txBody>
      </p:sp>
      <p:pic>
        <p:nvPicPr>
          <p:cNvPr id="3" name="Picture 2" descr="13_storage_tradeoff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80160"/>
            <a:ext cx="7498079" cy="4655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16459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Небольшой storage сглаживает часы и сутки.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Для сезонного переноса нужен другой масштаб и отдельная модель потерь.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8. 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Автотесты проверяют баланс теплосети, границы SOC, диапазон COP, неотрицательные потоки и ограничение доступного тепла.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v0.1 сохранён как regression baseline.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v1.0 потребует реальных weather/load/temperature/telemetry данных.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9.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v0.3: теплообменник UA/LMTD или ε-NTU, гидравлика, manufacturer HP map.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v0.4: CAPEX/NPV/LCOH, Monte-Carlo, Morris/Sobol.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v0.5: LP/MILP/MPC dispatch с прогнозом погоды, цены и нагрузки.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v1.0: calibrated case + telemetry + Simscape + Telegram/app.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